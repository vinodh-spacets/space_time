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2A10-E166-B21E-DC4A-37980693A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F42CB-9445-F455-7BC3-4ED7CA5C1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8C6B-DBCC-BA81-3A26-0E0119E1E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39D29-704D-C4AC-3688-3C8E7F8E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55AED-E6D6-33B2-2A1C-3B6CD25B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5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A94F-6287-AB70-5941-0556BD7B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657CC-6A77-41FA-41F4-27A39A9A2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1D980-BFDB-0A33-EF84-A8843840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BEEA3-FBCD-809A-E3D7-DBE4A58E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E735-555D-0D97-3929-15E44084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8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A37B-A933-8168-6D9E-3DC11AF45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9F602-9A02-7171-07D0-740F83945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43564-74C5-A56D-F258-370453E3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2722-A733-7BC9-44D0-BE7D8ABE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74A1B-EDC9-C561-58B3-D001E6E2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3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7A447-1351-9502-F5C0-E0C2FBF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C1A44-F23B-4AD1-379B-FBF98EE5E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EB319-0CF9-4A75-8376-ACD1402EC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47EBA-5867-EDD6-8838-9461018A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ACEAF-6BB5-6829-625E-4D4C36AE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AE500-7B1B-837D-FBF8-38E0C82E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8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0C3D-9711-E8FE-1BD1-A9FA3486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D9835-B297-2B10-40BD-3FF966D1E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43236-BC44-C0F1-2773-BCB7F70C9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DBB8-E969-06EE-AF43-EBAF8B805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00A39-B1C5-7743-AA95-18002B855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8E47DA-9379-1FAC-A176-FF1B0410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6954C-7AE3-71F6-56EE-777C71B8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E8CE0-723C-FE25-9F3D-9165F1F2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6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5EA8-CE5E-42CD-A19B-B16C4A4F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037A7-2141-6B17-70A2-71ADC8927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355D9-287B-71A7-368C-5DE0594F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679F1-B56C-EA7F-BAAF-B4616EEA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47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7D972-49C9-56A2-1B01-39557D9B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CCC6C-51DC-4DCD-E3BF-E96AD5FA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F308A-9A04-1370-7A5B-3E523F77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30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BE765-AF19-C92F-DB1B-86135D8C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C54CC-FC68-9260-56F0-5976D8CE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F7452-1249-9AFB-36B8-D1728AEE8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F5B90-60B6-0017-F54C-31807482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90E75-DF58-C542-FAE3-EC1EADBE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4DADF-1D66-6249-2C4B-BF57F4F2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9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7C39-B3DC-1664-E518-618C1367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1572B-A44B-9DE4-550D-D6C4C1E5D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75B96-F2DA-367B-3D76-6DE5A8CE6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B5269-346A-C78E-8FEF-97E3E086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71AEB-3873-E1CE-9B3F-588EA971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A8E9E-2430-63F5-96FE-A07A68AD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6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2510-75C8-A537-695A-381E917E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3B4F3-1200-4C98-3F2F-5F80FA48C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2833E-4333-76FA-31AE-33E24BA0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7B62-4F3B-2CF8-CBD7-F36D6889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F0FA9-A2FC-F8D3-E3F7-B98DE7FF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9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B9D70-7D1C-9642-3296-92AC96860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61A72-5322-A76B-2916-F5682ED17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A79F5-4627-88AE-BBE0-CEABF9EB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0CC3D-3D24-D7DE-EE5F-EAF63D7D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1DCD7-93A8-BCA6-6CB8-BB52505C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8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FC182-148A-0A44-CF3A-9B80E130D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F3D6-D803-A611-968C-B37D89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DFA35-604C-CE47-45EE-F4653A873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220CE-A73C-0C46-931B-A5C64875264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9795F-D0B1-822C-964A-4D3DA99D1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6604-10F9-3420-53B7-60FC6D16A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5862C-9521-3542-A2DC-0DC2B9C2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9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F26C34-1E54-39B2-34AD-745A16BDE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35" y="2642072"/>
            <a:ext cx="980249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50505"/>
                </a:solidFill>
                <a:effectLst/>
              </a:rPr>
              <a:t>OLD CHINESE PROVERB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50505"/>
                </a:solidFill>
                <a:effectLst/>
              </a:rPr>
              <a:t>"Be careful what you wish for, for it will surely be yours"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504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734A-318A-7AE1-15F1-CD3D11D3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8432F27-7D48-D55E-1081-FEC7721F7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50" y="2135225"/>
            <a:ext cx="2447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S/C Clock – Rubidium?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1206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83AE7-AABB-7D3C-0C61-2C707BE4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EEB4A60-4A40-7E3C-7B9E-DC240535B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50" y="2135225"/>
            <a:ext cx="2447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S/C Clock – Rubidium?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41342C-00DE-0C30-7DCB-3B9368795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678" y="2953794"/>
            <a:ext cx="25829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PPS Distribution System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AF18CB-1E14-4355-C0B8-D2BFB974EB81}"/>
              </a:ext>
            </a:extLst>
          </p:cNvPr>
          <p:cNvCxnSpPr>
            <a:stCxn id="4" idx="2"/>
          </p:cNvCxnSpPr>
          <p:nvPr/>
        </p:nvCxnSpPr>
        <p:spPr>
          <a:xfrm flipH="1">
            <a:off x="5069386" y="2504557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13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9169-E5BA-201B-0361-D0D172FCD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4D9B890-68A6-2751-2303-6F5F3557B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50" y="2135225"/>
            <a:ext cx="2447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S/C Clock – Rubidium?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928BC-1BC0-72D9-3C95-8D8FF1E9F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678" y="2953794"/>
            <a:ext cx="25829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PPS Distribution System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71CDE1-8391-FF53-4759-DF16AA399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215" y="3616994"/>
            <a:ext cx="179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TMTC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BE84FB-9874-2F51-4D28-5A9409FA3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47" y="4261396"/>
            <a:ext cx="18241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AOCS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6DD56-0C57-F183-B45E-7BC35A16F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946" y="4858291"/>
            <a:ext cx="2025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Payload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CE17B6-A894-1BD5-83A9-49FD92CCD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561" y="3616994"/>
            <a:ext cx="17831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PQE Processor?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BDDB95-EBF6-8F34-0D8E-4025E0251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6043" y="2135225"/>
            <a:ext cx="1428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Transponder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76C327-61C8-642C-DE0E-81547F4D2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189994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EA22E-ED9D-22F9-7563-5FF84B1B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567146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7AD7C-5F43-CB16-6FCA-9344D8689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996" y="3028285"/>
            <a:ext cx="722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66D3B4-FF2F-F809-EB9F-6BCC5896A3DA}"/>
              </a:ext>
            </a:extLst>
          </p:cNvPr>
          <p:cNvCxnSpPr>
            <a:stCxn id="4" idx="2"/>
          </p:cNvCxnSpPr>
          <p:nvPr/>
        </p:nvCxnSpPr>
        <p:spPr>
          <a:xfrm flipH="1">
            <a:off x="5069386" y="2504557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5420F7-DAC0-6405-D603-DB8C94A3A254}"/>
              </a:ext>
            </a:extLst>
          </p:cNvPr>
          <p:cNvCxnSpPr/>
          <p:nvPr/>
        </p:nvCxnSpPr>
        <p:spPr>
          <a:xfrm flipH="1">
            <a:off x="4979523" y="3268172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933212-2B55-8A13-2149-233728DE8E4D}"/>
              </a:ext>
            </a:extLst>
          </p:cNvPr>
          <p:cNvCxnSpPr>
            <a:cxnSpLocks/>
          </p:cNvCxnSpPr>
          <p:nvPr/>
        </p:nvCxnSpPr>
        <p:spPr>
          <a:xfrm>
            <a:off x="5818246" y="3379152"/>
            <a:ext cx="0" cy="1066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B2E31F-8EF4-E376-7969-451302EA731B}"/>
              </a:ext>
            </a:extLst>
          </p:cNvPr>
          <p:cNvCxnSpPr>
            <a:cxnSpLocks/>
          </p:cNvCxnSpPr>
          <p:nvPr/>
        </p:nvCxnSpPr>
        <p:spPr>
          <a:xfrm>
            <a:off x="3851061" y="3176728"/>
            <a:ext cx="11502" cy="1924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65B966-84E7-4126-3258-6C3FA442227C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419629" y="2349765"/>
            <a:ext cx="1446414" cy="788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9C9B6D-693B-96BE-D832-8AC4DA808B2E}"/>
              </a:ext>
            </a:extLst>
          </p:cNvPr>
          <p:cNvCxnSpPr>
            <a:cxnSpLocks/>
          </p:cNvCxnSpPr>
          <p:nvPr/>
        </p:nvCxnSpPr>
        <p:spPr>
          <a:xfrm>
            <a:off x="1696598" y="2349765"/>
            <a:ext cx="1971728" cy="679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0527A6-73DA-7940-F89B-252599B5D83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01156" y="2751812"/>
            <a:ext cx="2129464" cy="394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B92AAF6-6F2B-71A2-3AD3-A7F9CA6B4820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02758" y="3212951"/>
            <a:ext cx="2065568" cy="442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730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5F079-F0B1-FD4E-3EC6-9E2F0D7A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DD66F11-432F-ED0E-E674-7B023034F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50" y="2135225"/>
            <a:ext cx="2447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S/C Clock – Rubidium?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92D154-DE1D-90CF-FF41-34430B047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678" y="2953794"/>
            <a:ext cx="25829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PPS Distribution System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B2CC87-B8B8-292A-4CF1-BE4BBF92B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215" y="3616994"/>
            <a:ext cx="179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TMTC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8F943F-48E4-6EC6-07F1-88416A799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47" y="4261396"/>
            <a:ext cx="18241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AOCS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38F298-04E0-7EE6-2E58-8D6D848CD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946" y="4858291"/>
            <a:ext cx="2025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Payload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931A0-BD1E-3B38-E312-555984F27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561" y="3616994"/>
            <a:ext cx="17831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PQE Processor?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0181EC-E2F5-A695-B4B1-D0D0C5879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6043" y="2135225"/>
            <a:ext cx="1428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Transponder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DA3229-B2A3-50D5-1F20-D2DFA53AB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189994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E3EC7B-CB04-E101-A4D5-48B0A5B78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567146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666A7-0DAB-B36D-6A55-663218336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996" y="3028285"/>
            <a:ext cx="722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DE70AB-98AE-FB15-1AE9-68854A8B17C5}"/>
              </a:ext>
            </a:extLst>
          </p:cNvPr>
          <p:cNvCxnSpPr>
            <a:stCxn id="4" idx="2"/>
          </p:cNvCxnSpPr>
          <p:nvPr/>
        </p:nvCxnSpPr>
        <p:spPr>
          <a:xfrm flipH="1">
            <a:off x="5069386" y="2504557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5C7DCB-9F93-136B-3B3B-DEC5353D94B1}"/>
              </a:ext>
            </a:extLst>
          </p:cNvPr>
          <p:cNvCxnSpPr/>
          <p:nvPr/>
        </p:nvCxnSpPr>
        <p:spPr>
          <a:xfrm flipH="1">
            <a:off x="4979523" y="3268172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267B42-EF3A-8FDA-288B-851F5E1BEB22}"/>
              </a:ext>
            </a:extLst>
          </p:cNvPr>
          <p:cNvCxnSpPr>
            <a:cxnSpLocks/>
          </p:cNvCxnSpPr>
          <p:nvPr/>
        </p:nvCxnSpPr>
        <p:spPr>
          <a:xfrm>
            <a:off x="5818246" y="3379152"/>
            <a:ext cx="0" cy="1066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500834-8467-C4F1-22C3-0940E6AF68F2}"/>
              </a:ext>
            </a:extLst>
          </p:cNvPr>
          <p:cNvCxnSpPr>
            <a:cxnSpLocks/>
          </p:cNvCxnSpPr>
          <p:nvPr/>
        </p:nvCxnSpPr>
        <p:spPr>
          <a:xfrm>
            <a:off x="3851061" y="3176728"/>
            <a:ext cx="11502" cy="1924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1070779-0852-A9CB-025D-0C03CF9715DA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419629" y="2349765"/>
            <a:ext cx="1446414" cy="788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6BD240-7F6C-6D32-6F0B-D501A6DE99F2}"/>
              </a:ext>
            </a:extLst>
          </p:cNvPr>
          <p:cNvCxnSpPr>
            <a:cxnSpLocks/>
          </p:cNvCxnSpPr>
          <p:nvPr/>
        </p:nvCxnSpPr>
        <p:spPr>
          <a:xfrm>
            <a:off x="1696598" y="2349765"/>
            <a:ext cx="1971728" cy="679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ECB7E7-D398-21D2-02FD-4FE0E587A7B9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01156" y="2751812"/>
            <a:ext cx="2129464" cy="394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C923131-CA64-D437-19CA-17176DA2155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02758" y="3212951"/>
            <a:ext cx="2065568" cy="442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A4FDAF9-3916-8B27-1DDA-0A2B6348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571" y="1055166"/>
            <a:ext cx="6110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GPS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6E5DB98-64E9-D965-F4FA-16B49DD263D4}"/>
              </a:ext>
            </a:extLst>
          </p:cNvPr>
          <p:cNvCxnSpPr>
            <a:cxnSpLocks/>
          </p:cNvCxnSpPr>
          <p:nvPr/>
        </p:nvCxnSpPr>
        <p:spPr>
          <a:xfrm flipH="1">
            <a:off x="5345403" y="1362046"/>
            <a:ext cx="1766198" cy="2333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97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3D31-4133-3443-C089-98A92EEC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CFFB3FC-7008-95DE-EB43-E3EDC96AE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50" y="2135225"/>
            <a:ext cx="2447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S/C Clock – Rubidium?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3D1C98-BD44-D0AB-507F-478D0AAE1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678" y="2953794"/>
            <a:ext cx="25829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PPS Distribution System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A83AD8-FFD3-C608-D597-D5D485EE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215" y="3616994"/>
            <a:ext cx="179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TMTC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40D99-1FA7-D4CD-9260-D4B6BCF70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47" y="4261396"/>
            <a:ext cx="18241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AOCS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E2525-0B68-B308-DDDF-E70F1DBA8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946" y="4858291"/>
            <a:ext cx="2025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Payload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1E8831-4A24-9DC6-3712-4C133E6F6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561" y="3616994"/>
            <a:ext cx="17831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PQE Processor?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CEC892-E706-9046-509F-1E60CC2A2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6043" y="2135225"/>
            <a:ext cx="1428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Transponder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E3D65A-2510-CF4D-0FD8-C04EDBE9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189994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2BC07-C8F0-8503-74C0-42F60781B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567146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EA3B87-E7C8-732D-F2F5-79E21947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996" y="3028285"/>
            <a:ext cx="722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BB1053-81B5-0028-436E-ACC157ED0D2F}"/>
              </a:ext>
            </a:extLst>
          </p:cNvPr>
          <p:cNvCxnSpPr>
            <a:stCxn id="4" idx="2"/>
          </p:cNvCxnSpPr>
          <p:nvPr/>
        </p:nvCxnSpPr>
        <p:spPr>
          <a:xfrm flipH="1">
            <a:off x="5069386" y="2504557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0595D1-D640-8E27-2E6B-D82BA3CEDA59}"/>
              </a:ext>
            </a:extLst>
          </p:cNvPr>
          <p:cNvCxnSpPr/>
          <p:nvPr/>
        </p:nvCxnSpPr>
        <p:spPr>
          <a:xfrm flipH="1">
            <a:off x="4979523" y="3268172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A1EFF04-570D-A3C2-2726-0705606CA41E}"/>
              </a:ext>
            </a:extLst>
          </p:cNvPr>
          <p:cNvCxnSpPr>
            <a:cxnSpLocks/>
          </p:cNvCxnSpPr>
          <p:nvPr/>
        </p:nvCxnSpPr>
        <p:spPr>
          <a:xfrm>
            <a:off x="5818246" y="3379152"/>
            <a:ext cx="0" cy="1066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BB1FA0-789F-4C2C-0DF9-FF31D73B9059}"/>
              </a:ext>
            </a:extLst>
          </p:cNvPr>
          <p:cNvCxnSpPr>
            <a:cxnSpLocks/>
          </p:cNvCxnSpPr>
          <p:nvPr/>
        </p:nvCxnSpPr>
        <p:spPr>
          <a:xfrm>
            <a:off x="3851061" y="3176728"/>
            <a:ext cx="11502" cy="1924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014BE9-CF3F-346D-FBC1-5CB067D5847C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419629" y="2349765"/>
            <a:ext cx="1446414" cy="788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862F31-F564-3999-CE9B-BD5F41C33C2A}"/>
              </a:ext>
            </a:extLst>
          </p:cNvPr>
          <p:cNvCxnSpPr>
            <a:cxnSpLocks/>
          </p:cNvCxnSpPr>
          <p:nvPr/>
        </p:nvCxnSpPr>
        <p:spPr>
          <a:xfrm>
            <a:off x="1696598" y="2349765"/>
            <a:ext cx="1971728" cy="679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5B04B1-A09F-68DA-B4CE-B1A9665E717A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01156" y="2751812"/>
            <a:ext cx="2129464" cy="394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16658C7-5D9F-E265-F8DB-8082F7B1D0C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02758" y="3212951"/>
            <a:ext cx="2065568" cy="442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F11A09F-545A-480F-AF37-E38737992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571" y="1055166"/>
            <a:ext cx="6110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GPS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3CBA33-371F-C590-6045-9A5FDE01F762}"/>
              </a:ext>
            </a:extLst>
          </p:cNvPr>
          <p:cNvCxnSpPr>
            <a:cxnSpLocks/>
          </p:cNvCxnSpPr>
          <p:nvPr/>
        </p:nvCxnSpPr>
        <p:spPr>
          <a:xfrm flipH="1">
            <a:off x="5345403" y="1362046"/>
            <a:ext cx="1766198" cy="2333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E617C1D-6B42-0416-D0A2-EA71D073A4F7}"/>
              </a:ext>
            </a:extLst>
          </p:cNvPr>
          <p:cNvSpPr txBox="1"/>
          <p:nvPr/>
        </p:nvSpPr>
        <p:spPr>
          <a:xfrm>
            <a:off x="5006024" y="3825790"/>
            <a:ext cx="22811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GPS Enhanced Software</a:t>
            </a:r>
          </a:p>
        </p:txBody>
      </p:sp>
    </p:spTree>
    <p:extLst>
      <p:ext uri="{BB962C8B-B14F-4D97-AF65-F5344CB8AC3E}">
        <p14:creationId xmlns:p14="http://schemas.microsoft.com/office/powerpoint/2010/main" val="192178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CA96B-5D9C-A60A-8108-AD77254A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2542CC3-CE1B-1846-A03B-45A3224BE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50" y="2135225"/>
            <a:ext cx="2447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S/C Clock – Rubidium?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A86219-ED77-E8A8-8F8E-72FE85946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678" y="2953794"/>
            <a:ext cx="25829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PPS Distribution System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F3433-E576-AC29-5B4E-E9A6AFF42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215" y="3616994"/>
            <a:ext cx="179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TMTC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DCD40-6005-1FC0-8729-AF9E3062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47" y="4261396"/>
            <a:ext cx="18241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AOCS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5DF2C-0857-CB7A-74DF-0A073266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946" y="4858291"/>
            <a:ext cx="2025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Payload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C41BC-A6DC-EF47-5FF7-2CA280B9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561" y="3616994"/>
            <a:ext cx="17831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PQE Processor?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000A53-3E7D-309E-0B09-AD841235F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6043" y="2135225"/>
            <a:ext cx="1428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Transponder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E6EDA-E8B3-1581-2E1A-DE88E9179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066" y="5409335"/>
            <a:ext cx="6960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MOC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1BF241-1025-CA33-F528-C8339C441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375" y="5125606"/>
            <a:ext cx="12472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50505"/>
                </a:solidFill>
                <a:effectLst/>
              </a:rPr>
              <a:t>ISRO TT&amp;C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Station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F829D9-981C-4C1D-83AB-1A7AE7207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3438" y="5101558"/>
            <a:ext cx="18008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50505"/>
                </a:solidFill>
                <a:effectLst/>
              </a:rPr>
              <a:t>Leaf Space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Ground Stations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557751-7741-328E-2642-8C20EA6E9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189994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80A941-13A9-25EC-0690-DD472EE12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567146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A72A87-B234-E344-99F7-DD363AA0D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996" y="3028285"/>
            <a:ext cx="722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8BA897-8667-CBFB-ED5F-64B038725F40}"/>
              </a:ext>
            </a:extLst>
          </p:cNvPr>
          <p:cNvSpPr txBox="1"/>
          <p:nvPr/>
        </p:nvSpPr>
        <p:spPr>
          <a:xfrm>
            <a:off x="6510969" y="5936219"/>
            <a:ext cx="1961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Rubidium/Cesium </a:t>
            </a:r>
          </a:p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Clock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0D6D93-12FE-0DA2-19DA-77209AB18142}"/>
              </a:ext>
            </a:extLst>
          </p:cNvPr>
          <p:cNvSpPr txBox="1"/>
          <p:nvPr/>
        </p:nvSpPr>
        <p:spPr>
          <a:xfrm>
            <a:off x="8354666" y="5936219"/>
            <a:ext cx="10379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Clock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8CDE0E-543B-2621-EDCB-A42F3893D87C}"/>
              </a:ext>
            </a:extLst>
          </p:cNvPr>
          <p:cNvSpPr txBox="1"/>
          <p:nvPr/>
        </p:nvSpPr>
        <p:spPr>
          <a:xfrm>
            <a:off x="10198363" y="5972814"/>
            <a:ext cx="10379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Clocks</a:t>
            </a:r>
            <a:endParaRPr lang="en-US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CC3514-92C3-EE8E-2561-8BAA669D4773}"/>
              </a:ext>
            </a:extLst>
          </p:cNvPr>
          <p:cNvCxnSpPr>
            <a:stCxn id="4" idx="2"/>
          </p:cNvCxnSpPr>
          <p:nvPr/>
        </p:nvCxnSpPr>
        <p:spPr>
          <a:xfrm flipH="1">
            <a:off x="5069386" y="2504557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89AA37-248F-807C-1A70-559C31973142}"/>
              </a:ext>
            </a:extLst>
          </p:cNvPr>
          <p:cNvCxnSpPr/>
          <p:nvPr/>
        </p:nvCxnSpPr>
        <p:spPr>
          <a:xfrm flipH="1">
            <a:off x="4979523" y="3268172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FF052D-4DBC-2B0C-AEE8-4E9CD06C762B}"/>
              </a:ext>
            </a:extLst>
          </p:cNvPr>
          <p:cNvCxnSpPr>
            <a:cxnSpLocks/>
          </p:cNvCxnSpPr>
          <p:nvPr/>
        </p:nvCxnSpPr>
        <p:spPr>
          <a:xfrm>
            <a:off x="5818246" y="3379152"/>
            <a:ext cx="0" cy="1066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6A78D4-1A4B-99FF-25DC-17228DA4DAC9}"/>
              </a:ext>
            </a:extLst>
          </p:cNvPr>
          <p:cNvCxnSpPr>
            <a:cxnSpLocks/>
          </p:cNvCxnSpPr>
          <p:nvPr/>
        </p:nvCxnSpPr>
        <p:spPr>
          <a:xfrm>
            <a:off x="3851061" y="3176728"/>
            <a:ext cx="11502" cy="1924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42208E-A9AE-E54E-F12F-B6BB631405D1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419629" y="2349765"/>
            <a:ext cx="1446414" cy="788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8C60D5-F3E5-DD0A-30DE-A817F13AE92F}"/>
              </a:ext>
            </a:extLst>
          </p:cNvPr>
          <p:cNvCxnSpPr>
            <a:cxnSpLocks/>
          </p:cNvCxnSpPr>
          <p:nvPr/>
        </p:nvCxnSpPr>
        <p:spPr>
          <a:xfrm>
            <a:off x="1696598" y="2349765"/>
            <a:ext cx="1971728" cy="679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D6CFB7-CCA2-F578-C6AD-EDB2F2EFF67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01156" y="2751812"/>
            <a:ext cx="2129464" cy="394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C17225-C17B-64D8-2344-49583BB4F696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02758" y="3212951"/>
            <a:ext cx="2065568" cy="442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EEB8322-89F4-B341-A565-ACF5B719228B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8580534" y="2504557"/>
            <a:ext cx="73015" cy="25779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A148D6-7528-FF7E-DBEA-0310D4D07199}"/>
              </a:ext>
            </a:extLst>
          </p:cNvPr>
          <p:cNvCxnSpPr>
            <a:cxnSpLocks/>
          </p:cNvCxnSpPr>
          <p:nvPr/>
        </p:nvCxnSpPr>
        <p:spPr>
          <a:xfrm flipH="1" flipV="1">
            <a:off x="8929565" y="2492584"/>
            <a:ext cx="1565837" cy="2608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9475736D-CFB5-2A17-3233-026E7E093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571" y="1055166"/>
            <a:ext cx="6110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GPS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1D8704-165C-1330-47E3-1990D5BDD0E2}"/>
              </a:ext>
            </a:extLst>
          </p:cNvPr>
          <p:cNvCxnSpPr>
            <a:cxnSpLocks/>
          </p:cNvCxnSpPr>
          <p:nvPr/>
        </p:nvCxnSpPr>
        <p:spPr>
          <a:xfrm flipH="1">
            <a:off x="5345403" y="1362046"/>
            <a:ext cx="1766198" cy="2333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D844DCF-344A-92E8-8A4A-F19449D8B3AD}"/>
              </a:ext>
            </a:extLst>
          </p:cNvPr>
          <p:cNvSpPr txBox="1"/>
          <p:nvPr/>
        </p:nvSpPr>
        <p:spPr>
          <a:xfrm>
            <a:off x="5006024" y="3825790"/>
            <a:ext cx="22811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GPS Enhanced Software</a:t>
            </a:r>
          </a:p>
        </p:txBody>
      </p:sp>
    </p:spTree>
    <p:extLst>
      <p:ext uri="{BB962C8B-B14F-4D97-AF65-F5344CB8AC3E}">
        <p14:creationId xmlns:p14="http://schemas.microsoft.com/office/powerpoint/2010/main" val="3369656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1E6E-6613-71FE-7158-F66D9AD0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FB89DB8-AF3F-C18D-4B5C-19D46065F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50" y="2135225"/>
            <a:ext cx="24472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S/C Clock – Rubidium?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1AD1FD-D24A-7706-9A38-67F99AEE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678" y="2953794"/>
            <a:ext cx="25829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PPS Distribution System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96513-8786-9250-769E-BE35DA302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215" y="3616994"/>
            <a:ext cx="179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TMTC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B173DC-E437-18B5-B79B-3945DCE50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47" y="4261396"/>
            <a:ext cx="18241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AOCS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91733-2028-A34B-7278-BFF91A911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946" y="4858291"/>
            <a:ext cx="2025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Payload Processor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872933-1766-08C4-3CDC-526C82166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561" y="3616994"/>
            <a:ext cx="17831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PQE Processor?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14594-14A3-7B50-2546-976A990D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6043" y="2135225"/>
            <a:ext cx="1428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Transponder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2E4B25-6BD5-6082-7510-89B15CF51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066" y="5409335"/>
            <a:ext cx="6960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MOC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49D5AB-8008-71C5-24C0-7B94A3EA2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375" y="5125606"/>
            <a:ext cx="12472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50505"/>
                </a:solidFill>
                <a:effectLst/>
              </a:rPr>
              <a:t>ISRO TT&amp;C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Station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20775-7CA2-B99E-E4E6-6FE0B381D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3438" y="5101558"/>
            <a:ext cx="18008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50505"/>
                </a:solidFill>
                <a:effectLst/>
              </a:rPr>
              <a:t>Leaf Space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Ground Stations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FCA3DC-D7E8-FCFF-5B96-17F18456A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189994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41FC7-19E4-67B8-CCF2-0FC3B5E54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99" y="2567146"/>
            <a:ext cx="7195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DDE82-D0B6-87F6-AB27-4E2E9C2F2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996" y="3028285"/>
            <a:ext cx="722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Box 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1F1FBE-C7B5-6C4F-8D8A-BBBC64C00141}"/>
              </a:ext>
            </a:extLst>
          </p:cNvPr>
          <p:cNvSpPr txBox="1"/>
          <p:nvPr/>
        </p:nvSpPr>
        <p:spPr>
          <a:xfrm>
            <a:off x="6510969" y="5936219"/>
            <a:ext cx="1961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Rubidium/Cesium </a:t>
            </a:r>
          </a:p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Clock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9D34FC-5FC6-65F8-BD15-70B354EA292E}"/>
              </a:ext>
            </a:extLst>
          </p:cNvPr>
          <p:cNvSpPr txBox="1"/>
          <p:nvPr/>
        </p:nvSpPr>
        <p:spPr>
          <a:xfrm>
            <a:off x="8354666" y="5936219"/>
            <a:ext cx="10379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Clock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714427-D79F-4A4E-0CAF-334A0F4CC476}"/>
              </a:ext>
            </a:extLst>
          </p:cNvPr>
          <p:cNvSpPr txBox="1"/>
          <p:nvPr/>
        </p:nvSpPr>
        <p:spPr>
          <a:xfrm>
            <a:off x="10198363" y="5972814"/>
            <a:ext cx="10379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50505"/>
                </a:solidFill>
              </a:rPr>
              <a:t>Clocks</a:t>
            </a:r>
            <a:endParaRPr lang="en-US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4A26DF-1647-6BA8-39F8-2EC3BE66086E}"/>
              </a:ext>
            </a:extLst>
          </p:cNvPr>
          <p:cNvCxnSpPr>
            <a:stCxn id="4" idx="2"/>
          </p:cNvCxnSpPr>
          <p:nvPr/>
        </p:nvCxnSpPr>
        <p:spPr>
          <a:xfrm flipH="1">
            <a:off x="5069386" y="2504557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B84142-9AC5-D23E-A364-0FE8D310E9A4}"/>
              </a:ext>
            </a:extLst>
          </p:cNvPr>
          <p:cNvCxnSpPr/>
          <p:nvPr/>
        </p:nvCxnSpPr>
        <p:spPr>
          <a:xfrm flipH="1">
            <a:off x="4979523" y="3268172"/>
            <a:ext cx="1" cy="34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0CFF870-4FEA-05AB-2CF7-421700741612}"/>
              </a:ext>
            </a:extLst>
          </p:cNvPr>
          <p:cNvCxnSpPr>
            <a:cxnSpLocks/>
          </p:cNvCxnSpPr>
          <p:nvPr/>
        </p:nvCxnSpPr>
        <p:spPr>
          <a:xfrm>
            <a:off x="5818246" y="3379152"/>
            <a:ext cx="0" cy="1066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B70C6D-17D8-2469-29C1-3EB7FDCDCF4F}"/>
              </a:ext>
            </a:extLst>
          </p:cNvPr>
          <p:cNvCxnSpPr>
            <a:cxnSpLocks/>
          </p:cNvCxnSpPr>
          <p:nvPr/>
        </p:nvCxnSpPr>
        <p:spPr>
          <a:xfrm>
            <a:off x="3851061" y="3176728"/>
            <a:ext cx="11502" cy="1924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6B970A-7B8D-069E-E5DE-20014B865701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419629" y="2349765"/>
            <a:ext cx="1446414" cy="788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A54FBD-8FEC-4A80-1218-F0B4D5C8167A}"/>
              </a:ext>
            </a:extLst>
          </p:cNvPr>
          <p:cNvCxnSpPr>
            <a:cxnSpLocks/>
          </p:cNvCxnSpPr>
          <p:nvPr/>
        </p:nvCxnSpPr>
        <p:spPr>
          <a:xfrm>
            <a:off x="1696598" y="2349765"/>
            <a:ext cx="1971728" cy="679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736387-88CD-FEF1-FEFB-88F5BA280B0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01156" y="2751812"/>
            <a:ext cx="2129464" cy="394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323D76A-97C5-B64F-A70E-212B0879CFD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02758" y="3212951"/>
            <a:ext cx="2065568" cy="442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BB8368-AAF5-DA4D-E6DC-E2F1C3AD0A89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8580534" y="2504557"/>
            <a:ext cx="73015" cy="25779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B1C989-6714-C12A-D3D5-B5A9B2A9EA6D}"/>
              </a:ext>
            </a:extLst>
          </p:cNvPr>
          <p:cNvCxnSpPr>
            <a:cxnSpLocks/>
          </p:cNvCxnSpPr>
          <p:nvPr/>
        </p:nvCxnSpPr>
        <p:spPr>
          <a:xfrm flipH="1" flipV="1">
            <a:off x="8929565" y="2492584"/>
            <a:ext cx="1565837" cy="2608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4087E20-CEBA-230D-0B03-66FB9304D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571" y="1055166"/>
            <a:ext cx="6110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50505"/>
                </a:solidFill>
              </a:rPr>
              <a:t>GPS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50505"/>
              </a:solidFill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E03012-B3D3-2309-6D1A-28E9F7627680}"/>
              </a:ext>
            </a:extLst>
          </p:cNvPr>
          <p:cNvSpPr txBox="1"/>
          <p:nvPr/>
        </p:nvSpPr>
        <p:spPr>
          <a:xfrm>
            <a:off x="517748" y="4889778"/>
            <a:ext cx="19383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S/C Clock Time</a:t>
            </a:r>
          </a:p>
          <a:p>
            <a:r>
              <a:rPr lang="en-US" dirty="0"/>
              <a:t>OBC Time</a:t>
            </a:r>
          </a:p>
          <a:p>
            <a:r>
              <a:rPr lang="en-US" dirty="0"/>
              <a:t>GPS Time</a:t>
            </a:r>
          </a:p>
          <a:p>
            <a:r>
              <a:rPr lang="en-US" dirty="0"/>
              <a:t>    </a:t>
            </a:r>
            <a:r>
              <a:rPr lang="en-US" sz="1400" dirty="0"/>
              <a:t>GPS Enhanced Time</a:t>
            </a:r>
          </a:p>
          <a:p>
            <a:r>
              <a:rPr lang="en-US" dirty="0"/>
              <a:t>UTC/GMT/Zulu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D8E0616-E353-3C92-452C-7A977B6C7526}"/>
              </a:ext>
            </a:extLst>
          </p:cNvPr>
          <p:cNvCxnSpPr>
            <a:cxnSpLocks/>
          </p:cNvCxnSpPr>
          <p:nvPr/>
        </p:nvCxnSpPr>
        <p:spPr>
          <a:xfrm flipH="1">
            <a:off x="5345403" y="1362046"/>
            <a:ext cx="1766198" cy="2333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4638407-344E-EE13-CAB0-AB2BC3385062}"/>
              </a:ext>
            </a:extLst>
          </p:cNvPr>
          <p:cNvSpPr txBox="1"/>
          <p:nvPr/>
        </p:nvSpPr>
        <p:spPr>
          <a:xfrm>
            <a:off x="5006024" y="3825790"/>
            <a:ext cx="22811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GPS Enhanced Software</a:t>
            </a:r>
          </a:p>
        </p:txBody>
      </p:sp>
    </p:spTree>
    <p:extLst>
      <p:ext uri="{BB962C8B-B14F-4D97-AF65-F5344CB8AC3E}">
        <p14:creationId xmlns:p14="http://schemas.microsoft.com/office/powerpoint/2010/main" val="581106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231</Words>
  <Application>Microsoft Macintosh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Saxena</dc:creator>
  <cp:lastModifiedBy>Ashok Saxena</cp:lastModifiedBy>
  <cp:revision>8</cp:revision>
  <dcterms:created xsi:type="dcterms:W3CDTF">2026-06-01T03:06:55Z</dcterms:created>
  <dcterms:modified xsi:type="dcterms:W3CDTF">2026-06-01T03:57:56Z</dcterms:modified>
</cp:coreProperties>
</file>